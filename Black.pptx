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59" d="100"/>
          <a:sy n="159" d="100"/>
        </p:scale>
        <p:origin x="1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0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6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4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1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612F-6C02-BD47-BECC-30B259822E02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24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69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Larsen</cp:lastModifiedBy>
  <cp:revision>5</cp:revision>
  <dcterms:created xsi:type="dcterms:W3CDTF">2024-06-19T13:58:35Z</dcterms:created>
  <dcterms:modified xsi:type="dcterms:W3CDTF">2026-03-31T20:12:06Z</dcterms:modified>
</cp:coreProperties>
</file>